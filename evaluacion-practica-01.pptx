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0"/>
            <a:ext cx="1676095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EVALUACIÓN PRÁCTICA · UNIDAD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601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Auditoría de CanchaYa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60A5FA"/>
                </a:solidFill>
                <a:latin typeface="Calibri"/>
              </a:rPr>
              <a:t>Diseño y Desarrollo Web · 90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27432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DURACIÓN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90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4023360"/>
            <a:ext cx="27432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617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 Issues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4023360"/>
            <a:ext cx="2743200" cy="1280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42519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APROBACIÓN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617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14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Ing. Cristopher Moisés Romero Medrano   ·   Diseño y Desarrollo Web   ·   2026-II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2 · EL 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  <a:latin typeface="Calibri"/>
              </a:rPr>
              <a:t>Audita una nueva interfaz web.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CanchaYa contiene problemas intencionales. Tu trabajo es encontrarlos.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2011680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60A5F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174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0A5F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743200"/>
            <a:ext cx="2011680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Detectar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058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0A5FA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743200"/>
            <a:ext cx="2011680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60A5F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Analizar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0A5FA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2743200"/>
            <a:ext cx="2011680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Proponer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8260" y="3383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0A5F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743200"/>
            <a:ext cx="2011680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60A5F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Reportar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💡  CanchaYa es completamente nueva. No es CompraFácil ni nada visto antes.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2/10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3 · ¿QUÉ PUEDES ENCONTRAR?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  <a:latin typeface="Calibri"/>
              </a:rPr>
              <a:t>4 tipos de problemas.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37160" cy="1828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065A82"/>
                </a:solidFill>
                <a:latin typeface="Calibri"/>
              </a:rPr>
              <a:t>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Accesibilidad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834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WCAG · POUR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02920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137160" cy="1828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C7293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Usabilidad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ISO · Nielsen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502920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18288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60A5FA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Cognición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Hick · Miller · Fitts · Gestalt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840480"/>
            <a:ext cx="502920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840480"/>
            <a:ext cx="13716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59E0B"/>
                </a:solidFill>
                <a:latin typeface="Calibri"/>
              </a:rPr>
              <a:t>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Ética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Dark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3/10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4 · TU MISIÓN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Explora, encuentra y selecciona.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65A8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Explora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La aplicación completa.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011680"/>
            <a:ext cx="25603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286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65A82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Encuentra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Todos los problemas que puedas.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011680"/>
            <a:ext cx="25603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286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65A82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54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Selecciona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Tus mejores 3 hallazgos.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2011680"/>
            <a:ext cx="25603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286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65A82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154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Calibri"/>
              </a:rPr>
              <a:t>Documenta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Cada uno en una Issue.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Calidad &gt; cantidad. Tres hallazgos sólidos son suficientes para aprobar.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4/10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5 · TU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Cada Issue tiene esta estructura.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86868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10312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Reproducción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86868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118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Principio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91840"/>
            <a:ext cx="86868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5661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6118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Impacto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86868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749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Severidad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754880"/>
            <a:ext cx="86868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502920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0749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Solución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852160"/>
            <a:ext cx="1069848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Problema  →  Reproducción  →  Principio  →  Impacto  →  Severidad  →  Solución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5/10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6 ·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Herramientas a tu disposición.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65A82"/>
                </a:solidFill>
                <a:latin typeface="Calibr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7889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Chrome recomendado.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4747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65A82"/>
                </a:solidFill>
                <a:latin typeface="Calibri"/>
              </a:rPr>
              <a:t>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DevTools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7889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F12 · Elements / Accessibility.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4747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65A82"/>
                </a:solidFill>
                <a:latin typeface="Calibri"/>
              </a:rPr>
              <a:t>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axe DevTools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7889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Extensión opcional.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34747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65A82"/>
                </a:solidFill>
                <a:latin typeface="Calibri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Lighthouse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6177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Auditoría automática.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657600"/>
            <a:ext cx="34747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9776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65A82"/>
                </a:solidFill>
                <a:latin typeface="Calibri"/>
              </a:rPr>
              <a:t>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6177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Para crear las Issues.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657600"/>
            <a:ext cx="347472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776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65A82"/>
                </a:solidFill>
                <a:latin typeface="Calibri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Portapapeles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6177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Para tomar notas.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Las herramientas ayudan, pero la revisión humana también importa.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6/10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SLIDE 7 · GITHUB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Crea exactamente 3 Issues.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Issue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0A5FA"/>
                </a:solidFill>
                <a:latin typeface="Calibri"/>
              </a:rPr>
              <a:t>Accesibilidad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194560"/>
            <a:ext cx="3474720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Issue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703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0A5FA"/>
                </a:solidFill>
                <a:latin typeface="Calibri"/>
              </a:rPr>
              <a:t>Usabilidad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2194560"/>
            <a:ext cx="3474720" cy="21945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8" y="256032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Issue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3703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0A5FA"/>
                </a:solidFill>
                <a:latin typeface="Calibri"/>
              </a:rPr>
              <a:t>Cognición / Dark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Etiqueta obligatoria: hallazgo-usabilidad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Opcionales: accesibilidad · usabilidad · etica · cognicion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8 · ¿CÓMO SE CALIFICA?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0F172A"/>
                </a:solidFill>
                <a:latin typeface="Calibri"/>
              </a:rPr>
              <a:t>20 puntos en total.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2011680"/>
          </a:xfrm>
          <a:prstGeom prst="rect">
            <a:avLst/>
          </a:prstGeom>
          <a:solidFill>
            <a:srgbClr val="F1F5F9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Issue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72A"/>
                </a:solidFill>
                <a:latin typeface="Calibri"/>
              </a:rPr>
              <a:t>6 puntos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011680"/>
            <a:ext cx="2560320" cy="2011680"/>
          </a:xfrm>
          <a:prstGeom prst="rect">
            <a:avLst/>
          </a:prstGeom>
          <a:solidFill>
            <a:srgbClr val="F1F5F9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Issue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72A"/>
                </a:solidFill>
                <a:latin typeface="Calibri"/>
              </a:rPr>
              <a:t>6 puntos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011680"/>
            <a:ext cx="2560320" cy="2011680"/>
          </a:xfrm>
          <a:prstGeom prst="rect">
            <a:avLst/>
          </a:prstGeom>
          <a:solidFill>
            <a:srgbClr val="F1F5F9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2560320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Issue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72A"/>
                </a:solidFill>
                <a:latin typeface="Calibri"/>
              </a:rPr>
              <a:t>6 puntos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011680"/>
            <a:ext cx="2560320" cy="201168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2011680"/>
            <a:ext cx="2560320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468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Calidad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0175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72A"/>
                </a:solidFill>
                <a:latin typeface="Calibri"/>
              </a:rPr>
              <a:t>2 puntos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  <a:latin typeface="Calibri"/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20 puntos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8/10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SLIDE 9 · PARA APROBAR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F172A"/>
                </a:solidFill>
                <a:latin typeface="Calibri"/>
              </a:rPr>
              <a:t>Necesitas 14 / 20.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Calibri"/>
              </a:rPr>
              <a:t>Pero la calidad del análisis importa más que la cantidad.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6888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No necesitas encontrar los 12 problemas.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1069848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42900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Tres hallazgos sólidos son suficientes.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10698480" cy="822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8912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Equivalencias semánticas son válidas.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IIC · Instituto Isabel La Católica   ·   Diseño y Desarrollo Web   ·   Unidad 1   ·   9/10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548640" cy="3657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SLIDE 10 · CHECKLIST ANTES DE SALIR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Checklist antes de salir.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Tengo 3 Issues abiertos.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Cada Issue usa la plantilla.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0896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Cada Issue tiene las 8 secciones completas.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Cada Issue tiene la etiqueta hallazgo-usabilidad.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Mi README tiene mis datos + URLs.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2920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Las Issues son autosuficientes.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Si marcaste todo: sube la mano y entrega.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